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600 US dollars per kW. For new builds we use 1,500 for a CCGT, 1,375 for gas engines and 875 for an OCGT. These reflect current market levels, including turbine shortages and EPC cost inflation.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3.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3.xml"/><Relationship Id="rId6"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 Lot 1 38%–42%)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Lot split into equal units: CCGT 440–500 MW; OCGT 200–250 MW; gas engines 22–50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Per-kW result is the same whatever the unit size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(real terms)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COD in the model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 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Calendar year does not change a real-terms result; TOR delivery years apply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US$600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US$1,500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US$1,375</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US$875</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current market levels, reflecting turbine and EPC cost inflation (October 2026). Existing plants (navy, Lots 1 and 2) at an operational/retooled-plant value; new-build (green) the same for Luzon and Visayas.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Dedicated 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Associated Transmission Projects excluded (Sec. 9.3)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8.3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not recovered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no BOI incentive, so VAT is a cost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 split into equal units (at most 20 per case); the result is per kW, so unit size does not change 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MERALCO-supplier gas fleet, Jan 2024–Sep 2026 (also applied to Visayas)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(1 of 2)</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(2 of 2)</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base year 2028 plus construction; real terms, so the calendar year does not change the result. TOR delivery years apply in the auction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Current market levels for turbines and EPC (Oct 2026); existing plants at an operational/retooled-plant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Dedicated connection only; Associated Transmission Projects excluded (draft GAIR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not recovered without a BOI incentive, so it is a project cost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4.077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2.378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1.582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see VAT recovery below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0%: the 70% recovery applies only under a BOI incentive, which is not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no VAT recovery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Energy conversion constant (model line “Plant Heat Rate”)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3,600 kJ = 1 kWh. A unit constant, not the Annex A.15 Heat Rate Cap</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4)</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4)</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4)</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(4 of 4)</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US$1,500 / 1,375 / 875 per kW (new) and US$600 (existing)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2026-10-20T09:18:31Z</dcterms:created>
  <dcterms:modified xsi:type="dcterms:W3CDTF">2026-10-20T09:18:31Z</dcterms:modified>
</cp:coreProperties>
</file>